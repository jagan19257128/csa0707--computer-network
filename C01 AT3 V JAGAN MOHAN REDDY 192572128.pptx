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ableStyles" Target="tableStyle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5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5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49D9D2-AD21-4EDD-8CCB-14EC7DE952C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88AE08C-D843-4E6E-A286-27FEBE8A20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49D9D2-AD21-4EDD-8CCB-14EC7DE952C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88AE08C-D843-4E6E-A286-27FEBE8A20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49D9D2-AD21-4EDD-8CCB-14EC7DE952C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104862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88AE08C-D843-4E6E-A286-27FEBE8A20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49D9D2-AD21-4EDD-8CCB-14EC7DE952C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104863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3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88AE08C-D843-4E6E-A286-27FEBE8A20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49D9D2-AD21-4EDD-8CCB-14EC7DE952C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104864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88AE08C-D843-4E6E-A286-27FEBE8A20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0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49D9D2-AD21-4EDD-8CCB-14EC7DE952C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104860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88AE08C-D843-4E6E-A286-27FEBE8A20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49D9D2-AD21-4EDD-8CCB-14EC7DE952C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104864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88AE08C-D843-4E6E-A286-27FEBE8A20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6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49D9D2-AD21-4EDD-8CCB-14EC7DE952C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104864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88AE08C-D843-4E6E-A286-27FEBE8A20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1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49D9D2-AD21-4EDD-8CCB-14EC7DE952C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104861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1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88AE08C-D843-4E6E-A286-27FEBE8A20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49D9D2-AD21-4EDD-8CCB-14EC7DE952C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88AE08C-D843-4E6E-A286-27FEBE8A20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0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49D9D2-AD21-4EDD-8CCB-14EC7DE952C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10486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88AE08C-D843-4E6E-A286-27FEBE8A20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49D9D2-AD21-4EDD-8CCB-14EC7DE952C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AE08C-D843-4E6E-A286-27FEBE8A2061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1524000" y="884582"/>
            <a:ext cx="9144000" cy="1143001"/>
          </a:xfrm>
        </p:spPr>
        <p:txBody>
          <a:bodyPr>
            <a:normAutofit/>
          </a:bodyPr>
          <a:p>
            <a:r>
              <a:rPr dirty="0" sz="3600" lang="en-IN"/>
              <a:t>CLOUD NETWORKING THROUGH THE OSI ARCHITECTURE</a:t>
            </a: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1524000" y="2459036"/>
            <a:ext cx="9144000" cy="2570163"/>
          </a:xfrm>
        </p:spPr>
        <p:txBody>
          <a:bodyPr/>
          <a:p>
            <a:pPr algn="l"/>
            <a:r>
              <a:rPr dirty="0" lang="en-IN"/>
              <a:t>TECHNICAL PRESENTATION : CSA0707-COMPUTER NETWORKS </a:t>
            </a:r>
          </a:p>
          <a:p>
            <a:pPr algn="l"/>
            <a:r>
              <a:rPr dirty="0" lang="en-IN"/>
              <a:t>PREESENTED BY : V JAGAN MOHAN REDDY </a:t>
            </a:r>
          </a:p>
          <a:p>
            <a:pPr algn="l"/>
            <a:r>
              <a:rPr dirty="0" lang="en-IN"/>
              <a:t>REG NO: 19257128</a:t>
            </a:r>
          </a:p>
          <a:p>
            <a:pPr algn="l"/>
            <a:r>
              <a:rPr dirty="0" lang="en-IN"/>
              <a:t>GUIDED BY:DR. R.SHANKAR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                            INTRODUCTION 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dirty="0" lang="en-IN"/>
              <a:t>Cloud networking connects devices through the internet. </a:t>
            </a:r>
          </a:p>
          <a:p>
            <a:pPr>
              <a:lnSpc>
                <a:spcPct val="150000"/>
              </a:lnSpc>
            </a:pPr>
            <a:r>
              <a:rPr dirty="0" lang="en-IN"/>
              <a:t>The OSI model explains how data travels. </a:t>
            </a:r>
          </a:p>
          <a:p>
            <a:pPr>
              <a:lnSpc>
                <a:spcPct val="150000"/>
              </a:lnSpc>
            </a:pPr>
            <a:r>
              <a:rPr dirty="0" lang="en-IN"/>
              <a:t>It has </a:t>
            </a:r>
            <a:r>
              <a:rPr dirty="0" lang="en-IN">
                <a:latin typeface="+mj-lt"/>
              </a:rPr>
              <a:t>7 layers</a:t>
            </a:r>
            <a:r>
              <a:rPr dirty="0" lang="en-IN"/>
              <a:t>. </a:t>
            </a:r>
          </a:p>
          <a:p>
            <a:pPr>
              <a:lnSpc>
                <a:spcPct val="150000"/>
              </a:lnSpc>
            </a:pPr>
            <a:r>
              <a:rPr dirty="0" lang="en-IN"/>
              <a:t>Each layer has a different job.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                 What is Cloud Networking?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dirty="0" lang="en-IN"/>
              <a:t>Cloud networking uses the internet to share data. </a:t>
            </a:r>
          </a:p>
          <a:p>
            <a:pPr>
              <a:lnSpc>
                <a:spcPct val="150000"/>
              </a:lnSpc>
            </a:pPr>
            <a:r>
              <a:rPr dirty="0" lang="en-IN"/>
              <a:t>It allows users to access files from anywhere. </a:t>
            </a:r>
          </a:p>
          <a:p>
            <a:pPr>
              <a:lnSpc>
                <a:spcPct val="150000"/>
              </a:lnSpc>
            </a:pPr>
            <a:r>
              <a:rPr dirty="0" lang="en-IN"/>
              <a:t>It is fast and flexible. </a:t>
            </a:r>
          </a:p>
          <a:p>
            <a:pPr>
              <a:lnSpc>
                <a:spcPct val="150000"/>
              </a:lnSpc>
            </a:pPr>
            <a:r>
              <a:rPr dirty="0" lang="en-IN"/>
              <a:t>It reduces the need for physical hardware. </a:t>
            </a:r>
          </a:p>
          <a:p>
            <a:endParaRPr dirty="0"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                         OSI Model Layers</a:t>
            </a: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IN"/>
              <a:t>Application: Used by users and apps. </a:t>
            </a:r>
          </a:p>
          <a:p>
            <a:r>
              <a:rPr dirty="0" lang="en-IN"/>
              <a:t>Presentation: Changes data into the correct format.</a:t>
            </a:r>
          </a:p>
          <a:p>
            <a:r>
              <a:rPr dirty="0" lang="en-IN"/>
              <a:t> Session: Starts and ends communication. </a:t>
            </a:r>
          </a:p>
          <a:p>
            <a:r>
              <a:rPr dirty="0" lang="en-IN"/>
              <a:t>Transport: Sends data safely. </a:t>
            </a:r>
          </a:p>
          <a:p>
            <a:r>
              <a:rPr dirty="0" lang="en-IN"/>
              <a:t>Network: Finds the best path for data. </a:t>
            </a:r>
          </a:p>
          <a:p>
            <a:r>
              <a:rPr dirty="0" lang="en-IN"/>
              <a:t>Data Link: Checks data for errors.</a:t>
            </a:r>
          </a:p>
          <a:p>
            <a:r>
              <a:rPr dirty="0" lang="en-IN"/>
              <a:t> Physical: Sends data through cables or Wi-Fi.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                  How Cloud Networking Works</a:t>
            </a:r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IN"/>
              <a:t>The user sends a request. </a:t>
            </a:r>
          </a:p>
          <a:p>
            <a:r>
              <a:rPr dirty="0" lang="en-IN"/>
              <a:t>The data moves through the 7 OSI layers. </a:t>
            </a:r>
          </a:p>
          <a:p>
            <a:r>
              <a:rPr dirty="0" lang="en-IN"/>
              <a:t>The cloud server receives the data. </a:t>
            </a:r>
          </a:p>
          <a:p>
            <a:r>
              <a:rPr dirty="0" lang="en-IN"/>
              <a:t>The server sends the response back. </a:t>
            </a:r>
          </a:p>
          <a:p>
            <a:endParaRPr dirty="0"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                     Advantages and Conclusion</a:t>
            </a: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indent="0" marL="0">
              <a:buNone/>
            </a:pPr>
            <a:r>
              <a:rPr b="1" dirty="0" lang="en-IN"/>
              <a:t>Advantages :</a:t>
            </a:r>
            <a:endParaRPr dirty="0" lang="en-IN"/>
          </a:p>
          <a:p>
            <a:r>
              <a:rPr dirty="0" lang="en-IN"/>
              <a:t>Easy to use </a:t>
            </a:r>
          </a:p>
          <a:p>
            <a:r>
              <a:rPr dirty="0" lang="en-IN"/>
              <a:t>Secure data transfer </a:t>
            </a:r>
          </a:p>
          <a:p>
            <a:r>
              <a:rPr dirty="0" lang="en-IN"/>
              <a:t>Fast communication and Can be used from anywhere </a:t>
            </a:r>
          </a:p>
          <a:p>
            <a:pPr indent="0" marL="0">
              <a:buNone/>
            </a:pPr>
            <a:r>
              <a:rPr b="1" dirty="0" lang="en-IN"/>
              <a:t>Conclusion:</a:t>
            </a:r>
            <a:endParaRPr dirty="0" lang="en-IN"/>
          </a:p>
          <a:p>
            <a:r>
              <a:rPr dirty="0" lang="en-IN"/>
              <a:t>Cloud networking uses the OSI model to send data safely and quickly. </a:t>
            </a:r>
          </a:p>
          <a:p>
            <a:r>
              <a:rPr dirty="0" lang="en-IN"/>
              <a:t>The OSI layers help different devices communicate correctly.</a:t>
            </a:r>
          </a:p>
          <a:p>
            <a:endParaRPr dirty="0"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Bala Ganesh</dc:creator>
  <cp:lastModifiedBy>Bala Ganesh</cp:lastModifiedBy>
  <dcterms:created xsi:type="dcterms:W3CDTF">2026-07-24T03:24:28Z</dcterms:created>
  <dcterms:modified xsi:type="dcterms:W3CDTF">2026-07-30T03:40:05Z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5511cda7fe7842a49aa123ea143fa6a6_23</vt:lpwstr>
  </property>
</Properties>
</file>